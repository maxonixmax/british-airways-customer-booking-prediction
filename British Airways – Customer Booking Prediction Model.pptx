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C579-EBE0-5BB2-0AF2-B531FF9E0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FBC58-129D-AAE3-1643-F8AFB4C40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68AED-0823-990F-AD8C-320E4354C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B15E-AC02-4E39-9513-EE3D55CD610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830A1-3B59-D846-F9CB-A82849D1A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8E8F2-E9D8-5823-0EAB-69D65294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9BDB-761F-47B0-AE5F-6D3FE7C87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1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4A188-5028-643D-514E-D7C662CC6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A68CB-8C18-0C5C-A8B1-77E084A6D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15EFA-4936-AF4C-99AC-08370F057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B15E-AC02-4E39-9513-EE3D55CD610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F6E0A-AAE4-D739-330F-73558CAF6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F24FC-06B3-6E66-ADCE-112F773D7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9BDB-761F-47B0-AE5F-6D3FE7C87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601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2A1C5-782D-6FDA-EC02-0656B77E8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ECA4E-73AF-3FDF-7EC5-4EBFA4A17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E43B9-CC34-678B-7A7E-61A4A8FA5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B15E-AC02-4E39-9513-EE3D55CD610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2BA6B-3B3D-6103-8405-4A1DBBB48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247C3-4B85-CFFC-2426-4B23CC65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9BDB-761F-47B0-AE5F-6D3FE7C87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828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DAEBE-1F57-DA36-3025-D98E8F331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010AB-726E-83F0-226F-CBFFFCD088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034FFF-9288-691F-F181-DF8DF25448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1E52B-75F0-2471-B48B-B82369473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B15E-AC02-4E39-9513-EE3D55CD610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2D0B2-8417-1260-0F88-61E0F267D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03FBF-9509-CF72-83CC-E83404A2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9BDB-761F-47B0-AE5F-6D3FE7C87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6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2659F-5035-00B4-C11D-683A26F5B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E08D0-9D89-910A-259A-FAABD4E47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5D7E8-2C85-87FE-949D-6D63C2654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9B0CFD-D0AE-252B-8F86-62AE613F6E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307AA1-CE49-8ACD-E7C9-C680F4E9B0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A29B19-644C-4DA7-1BB7-09AD637E6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B15E-AC02-4E39-9513-EE3D55CD610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B67F70-5104-33BC-44A5-8DE18CEEB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FC8371-538A-B2EA-624B-AE823035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9BDB-761F-47B0-AE5F-6D3FE7C87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410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7CAE5-F974-8E7F-30A0-DEA7BFC9F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CF6581-53A9-E6CA-855A-1084815E4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B15E-AC02-4E39-9513-EE3D55CD610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9441C2-B387-9950-BCE9-92A2DB91C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AEA4C-E8BB-C27B-4531-8C35A340F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9BDB-761F-47B0-AE5F-6D3FE7C87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26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50C9EA-3DEA-549B-4CEB-3BE3935F6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B15E-AC02-4E39-9513-EE3D55CD610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56159E-9CFC-D63E-728D-A9B2BD798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07425-53E5-DC21-AF7D-D7FB746EB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9BDB-761F-47B0-AE5F-6D3FE7C87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53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A7DB2-2B31-F455-94C0-E008D1F08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9CA25-4626-860C-A6DB-0720DBC45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84056-E06E-4A57-DBA8-7452414C0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4D786-B64A-12EA-7E47-CEB36A401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B15E-AC02-4E39-9513-EE3D55CD610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64C7C-35B6-09DB-101C-872557021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9CEF4-5D1E-2336-7920-F84720804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9BDB-761F-47B0-AE5F-6D3FE7C87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0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07961-98C6-F1CE-5EAA-B3EBEB892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E83AE-75B9-141B-5B57-ADB2E7129F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355C0-57D7-45A1-3E8C-D11EBEF46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B14EB-15EC-BAC8-55CF-549F5C78B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B15E-AC02-4E39-9513-EE3D55CD610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A28F3-C375-7C9C-216C-8CD4BD877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A0B82-1A7B-AE9D-07C5-79827654F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9BDB-761F-47B0-AE5F-6D3FE7C87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856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50D1B-5799-8E3F-C14D-39E58882B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7155C5-2C9E-A44F-102A-FDD4F7052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EFE8F-6BC1-8511-3BFC-6F5444D36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B15E-AC02-4E39-9513-EE3D55CD610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D7C1C-AF05-0501-26D4-94B62DAAD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1A9A0-2C54-DC1C-2907-FA447438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9BDB-761F-47B0-AE5F-6D3FE7C87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11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136D00-EF4F-7A58-36B8-31B4690DE1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8B935-8322-3090-F30C-CF8BEB9AD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99EA5-67D2-1AAD-6810-33F730119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B15E-AC02-4E39-9513-EE3D55CD610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46E04-7FDF-C181-1C77-E5709DA9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5754E-D9F0-080C-CFA2-8826E2D2A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9BDB-761F-47B0-AE5F-6D3FE7C87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69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4F2AD2-A8AF-5915-EB91-7FBDE9EAA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C3C6B-ED91-B91A-FD1E-88469AB10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41CA6-CCB2-1759-77C3-4916F572A3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4B15E-AC02-4E39-9513-EE3D55CD610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C983B-22DC-290D-4FBD-8724BF219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BE5FA-E7B9-23EB-1E1E-E3E658BC2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449BDB-761F-47B0-AE5F-6D3FE7C87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88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C7B0B-3C2A-7D98-9164-06300115D7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British Airways – Customer Booking Prediction Model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D41547-F60E-542B-9875-ADB6EBDD9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3591" y="3142947"/>
            <a:ext cx="9739901" cy="3483884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Model: Random Forest Classifier</a:t>
            </a:r>
          </a:p>
          <a:p>
            <a:r>
              <a:rPr lang="en-US" dirty="0"/>
              <a:t>Accuracy: 84.11%</a:t>
            </a:r>
          </a:p>
          <a:p>
            <a:endParaRPr lang="en-US" dirty="0"/>
          </a:p>
          <a:p>
            <a:r>
              <a:rPr lang="en-US" dirty="0"/>
              <a:t>Key Findings:</a:t>
            </a:r>
          </a:p>
          <a:p>
            <a:r>
              <a:rPr lang="en-US" dirty="0"/>
              <a:t>- </a:t>
            </a:r>
            <a:r>
              <a:rPr lang="en-US" dirty="0" err="1"/>
              <a:t>flight_hour</a:t>
            </a:r>
            <a:r>
              <a:rPr lang="en-US" dirty="0"/>
              <a:t> is the strongest predictor of booking completion</a:t>
            </a:r>
          </a:p>
          <a:p>
            <a:r>
              <a:rPr lang="en-US" dirty="0"/>
              <a:t>- </a:t>
            </a:r>
            <a:r>
              <a:rPr lang="en-US" dirty="0" err="1"/>
              <a:t>length_of_stay</a:t>
            </a:r>
            <a:r>
              <a:rPr lang="en-US" dirty="0"/>
              <a:t> is the second most important factor  </a:t>
            </a:r>
          </a:p>
          <a:p>
            <a:r>
              <a:rPr lang="en-US" dirty="0"/>
              <a:t>- </a:t>
            </a:r>
            <a:r>
              <a:rPr lang="en-US" dirty="0" err="1"/>
              <a:t>flight_duration</a:t>
            </a:r>
            <a:r>
              <a:rPr lang="en-US" dirty="0"/>
              <a:t> ranks third in importance</a:t>
            </a:r>
          </a:p>
          <a:p>
            <a:r>
              <a:rPr lang="en-US" dirty="0"/>
              <a:t>- </a:t>
            </a:r>
            <a:r>
              <a:rPr lang="en-US" dirty="0" err="1"/>
              <a:t>wants_extra_baggage</a:t>
            </a:r>
            <a:r>
              <a:rPr lang="en-US" dirty="0"/>
              <a:t>, </a:t>
            </a:r>
            <a:r>
              <a:rPr lang="en-US" dirty="0" err="1"/>
              <a:t>preferred_seat</a:t>
            </a:r>
            <a:r>
              <a:rPr lang="en-US" dirty="0"/>
              <a:t>, </a:t>
            </a:r>
            <a:r>
              <a:rPr lang="en-US" dirty="0" err="1"/>
              <a:t>in_flight_meals</a:t>
            </a:r>
            <a:r>
              <a:rPr lang="en-US" dirty="0"/>
              <a:t> </a:t>
            </a:r>
          </a:p>
          <a:p>
            <a:r>
              <a:rPr lang="en-US" dirty="0"/>
              <a:t>  have smaller but measurable impact</a:t>
            </a:r>
          </a:p>
          <a:p>
            <a:endParaRPr lang="en-US" dirty="0"/>
          </a:p>
          <a:p>
            <a:r>
              <a:rPr lang="en-US" dirty="0"/>
              <a:t>Recommendation:</a:t>
            </a:r>
          </a:p>
          <a:p>
            <a:r>
              <a:rPr lang="en-US" dirty="0"/>
              <a:t>BA should target customers during peak flight hours </a:t>
            </a:r>
          </a:p>
          <a:p>
            <a:r>
              <a:rPr lang="en-US" dirty="0"/>
              <a:t>and focus marketing on longer-stay bookings for </a:t>
            </a:r>
          </a:p>
          <a:p>
            <a:r>
              <a:rPr lang="en-US" dirty="0"/>
              <a:t>higher completion rates.</a:t>
            </a:r>
          </a:p>
        </p:txBody>
      </p:sp>
    </p:spTree>
    <p:extLst>
      <p:ext uri="{BB962C8B-B14F-4D97-AF65-F5344CB8AC3E}">
        <p14:creationId xmlns:p14="http://schemas.microsoft.com/office/powerpoint/2010/main" val="2993057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British Airways – Customer Booking Prediction Model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Sabarno Chakraborty</dc:creator>
  <cp:lastModifiedBy>Sabarno Chakraborty</cp:lastModifiedBy>
  <cp:revision>1</cp:revision>
  <dcterms:created xsi:type="dcterms:W3CDTF">2026-06-07T07:12:23Z</dcterms:created>
  <dcterms:modified xsi:type="dcterms:W3CDTF">2026-06-07T07:12:30Z</dcterms:modified>
</cp:coreProperties>
</file>